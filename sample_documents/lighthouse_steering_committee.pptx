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Agreed at the September committee. Owner: Tom Brennan.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weekly with the programme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Lighthouse: Steering Committee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Meridian Home Goods · Q4 2026 · Prepared by the Business Analysis Office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Objectives and background</a:t>
            </a:r>
          </a:p>
          <a:p>
            <a:pPr/>
            <a:r>
              <a:t>Scope</a:t>
            </a:r>
          </a:p>
          <a:p>
            <a:pPr/>
            <a:r>
              <a:t>Stakeholders</a:t>
            </a:r>
          </a:p>
          <a:p>
            <a:pPr/>
            <a:r>
              <a:t>Risks</a:t>
            </a:r>
          </a:p>
          <a:p>
            <a:pPr/>
            <a:r>
              <a:t>Decisions needed</a:t>
            </a:r>
          </a:p>
          <a:p>
            <a:pPr/>
            <a: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Cut order-to-delivery time to 3 days</a:t>
            </a:r>
          </a:p>
          <a:p>
            <a:pPr/>
            <a:r>
              <a:t>Reduce product returns by 20%</a:t>
            </a:r>
          </a:p>
          <a:p>
            <a:pPr/>
            <a:r>
              <a:t>Launch the mobile returns portal by March 2027</a:t>
            </a:r>
          </a:p>
          <a:p>
            <a:pPr lvl="1"/>
            <a:r>
              <a:t>Measure success with weekly dashboards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 scope</a:t>
            </a:r>
          </a:p>
          <a:p>
            <a:pPr lvl="1"/>
            <a:r>
              <a:t>Returns portal for mobile and web</a:t>
            </a:r>
          </a:p>
          <a:p>
            <a:pPr lvl="1"/>
            <a:r>
              <a:t>Carrier API integration for label printing</a:t>
            </a:r>
          </a:p>
          <a:p>
            <a:pPr/>
            <a:r>
              <a:t>Out of scope</a:t>
            </a:r>
          </a:p>
          <a:p>
            <a:pPr lvl="1"/>
            <a:r>
              <a:t>Warehouse robotics</a:t>
            </a:r>
          </a:p>
          <a:p>
            <a:pPr lvl="1"/>
            <a:r>
              <a:t>Loyalty programme changes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Stakeholders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Organisation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Tom Brennan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Executive sponsor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Meridian Home Goods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Priya Natarajan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Warehouse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Meridian Home Goods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Samuel Okafor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Carrier relations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Swift Freight Ltd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Mitigation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RK-1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Carrier API delays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Samuel Okafor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Fallback label service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RK-2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Warehouse scanner rollout slips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Priya Natarajan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Pilot at one site first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RK-3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Returns fraud rises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Tom Brennan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Refund hold rules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Decisions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Approve the March 2027 launch date for the returns portal</a:t>
            </a:r>
          </a:p>
          <a:p>
            <a:pPr/>
            <a:r>
              <a:t>Approve the Swift Freight integration budget</a:t>
            </a:r>
          </a:p>
          <a:p>
            <a:pPr/>
            <a:r>
              <a:t>Confirm Priya Natarajan as pilot site owner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Finalise requirements by 15 November</a:t>
            </a:r>
          </a:p>
          <a:p>
            <a:pPr/>
            <a:r>
              <a:t>Sign off the test plan with Business Analysis</a:t>
            </a:r>
          </a:p>
          <a:p>
            <a:pPr/>
            <a:r>
              <a:t>First pilot at the north warehouse in January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